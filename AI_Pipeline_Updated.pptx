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Design &amp; Animation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script to screen — automated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Input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processes scripts, PDFs, audio.</a:t>
            </a:r>
          </a:p>
          <a:p>
            <a:r>
              <a:t>Creates structured Project Card.</a:t>
            </a:r>
          </a:p>
          <a:p/>
          <a:p>
            <a:r>
              <a:t>Tech:</a:t>
            </a:r>
          </a:p>
          <a:p>
            <a:r>
              <a:t>Python, FastAPI, OpenAI/Qwen, PyMuPDF, Whisper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Workflow 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Organizes project workflow.</a:t>
            </a:r>
          </a:p>
          <a:p>
            <a:r>
              <a:t>Storyboard → Design → Animation.</a:t>
            </a:r>
          </a:p>
          <a:p/>
          <a:p>
            <a:r>
              <a:t>Tech:</a:t>
            </a:r>
          </a:p>
          <a:p>
            <a:r>
              <a:t>Python, FastAPI,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Technical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rigging, timing, layouts.</a:t>
            </a:r>
          </a:p>
          <a:p/>
          <a:p>
            <a:r>
              <a:t>Tech:</a:t>
            </a:r>
          </a:p>
          <a:p>
            <a:r>
              <a:t>Python, OpenAI/Qwen,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AI Tool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Lip sync, rendering, storyboard.</a:t>
            </a:r>
          </a:p>
          <a:p/>
          <a:p>
            <a:r>
              <a:t>Tech:</a:t>
            </a:r>
          </a:p>
          <a:p>
            <a:r>
              <a:t>Python, Node.js, Nexrender, Plainly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Execution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assets and final video.</a:t>
            </a:r>
          </a:p>
          <a:p/>
          <a:p>
            <a:r>
              <a:t>Tech:</a:t>
            </a:r>
          </a:p>
          <a:p>
            <a:r>
              <a:t>FFmpeg, MoviePy, Celery, Redis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dashboard and interaction.</a:t>
            </a:r>
          </a:p>
          <a:p/>
          <a:p>
            <a:r>
              <a:t>Tech:</a:t>
            </a:r>
          </a:p>
          <a:p>
            <a:r>
              <a:t>HTML, CSS, JavaScript, React, Tailwind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project data and files.</a:t>
            </a:r>
          </a:p>
          <a:p/>
          <a:p>
            <a:r>
              <a:t>Tech:</a:t>
            </a:r>
          </a:p>
          <a:p>
            <a:r>
              <a:t>SQL, SQLite/PostgreSQL, AWS S3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Stack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JS, React</a:t>
            </a:r>
          </a:p>
          <a:p>
            <a:r>
              <a:t>Backend: Python, FastAPI</a:t>
            </a:r>
          </a:p>
          <a:p>
            <a:r>
              <a:t>AI: OpenAI/Qwen</a:t>
            </a:r>
          </a:p>
          <a:p>
            <a:r>
              <a:t>Database: SQL</a:t>
            </a:r>
          </a:p>
          <a:p>
            <a:r>
              <a:t>Rendering: FFmpeg/Nexrender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